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t>Стратегия HR-бренда 2026</a:t>
            </a:r>
          </a:p>
          <a:p>
            <a:r>
              <a:t>ООО «Полярная гавань» — вымышленная компания для демонстрации Employer Brand OS</a:t>
            </a:r>
          </a:p>
          <a:p>
            <a:r>
              <a:t>Подготовила: руководитель HR-бренда, декабрь 2025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t>Кто мы</a:t>
            </a:r>
          </a:p>
          <a:p>
            <a:r>
              <a:t>Портовый оператор в Северогавани: контейнерный терминал и терминал навалочных грузов</a:t>
            </a:r>
          </a:p>
          <a:p>
            <a:r>
              <a:t>1 800 сотрудников на 1 января 2026 года</a:t>
            </a:r>
          </a:p>
          <a:p>
            <a:r>
              <a:t>Крупнейшие профессии: операторы портальных кранов, докеры-механизаторы, стропальщики, инженеры-механики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t>Итоги 2025</a:t>
            </a:r>
          </a:p>
          <a:p>
            <a:r>
              <a:t>Наняли 312 человек</a:t>
            </a:r>
          </a:p>
          <a:p>
            <a:r>
              <a:t>Текучесть операторов кранов — 18% за 2025 год</a:t>
            </a:r>
          </a:p>
          <a:p>
            <a:r>
              <a:t>Рейтинг на hh.ru — 3,9</a:t>
            </a:r>
          </a:p>
          <a:p>
            <a:r>
              <a:t>Telegram-канал «Гавань изнутри» — 4 200 подписчиков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t>Цели 2026</a:t>
            </a:r>
          </a:p>
          <a:p>
            <a:r>
              <a:t>Снизить текучесть операторов кранов с 18% до 12% к концу 2026 года</a:t>
            </a:r>
          </a:p>
          <a:p>
            <a:r>
              <a:t>Поднять узнаваемость среди студентов профильных колледжей на 15 п. п.</a:t>
            </a:r>
          </a:p>
          <a:p>
            <a:r>
              <a:t>Поднять рейтинг на hh.ru до 4,2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t>Приоритеты</a:t>
            </a:r>
          </a:p>
          <a:p>
            <a:r>
              <a:t>Истории сотрудников и Telegram — основной канал для рабочих профессий</a:t>
            </a:r>
          </a:p>
          <a:p>
            <a:r>
              <a:t>Начать отвечать на отзывы на hh.ru и Dream Job</a:t>
            </a:r>
          </a:p>
          <a:p>
            <a:r>
              <a:t>Программа для колледжей: экскурсии, практика, стипендии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t>Команда HR-бренда</a:t>
            </a:r>
          </a:p>
          <a:p>
            <a:r>
              <a:t>6 человек: руководитель, два контент-менеджера, SMM-менеджер, менеджер по репутации и исследованиям, дизайнер</a:t>
            </a:r>
          </a:p>
          <a:p>
            <a:r>
              <a:t>Агентство — по спецпроектам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t>Что мешает</a:t>
            </a:r>
          </a:p>
          <a:p>
            <a:r>
              <a:t>Отзывы никто не мониторит регулярно</a:t>
            </a:r>
          </a:p>
          <a:p>
            <a:r>
              <a:t>Истории сотрудников ждут публикации по 3–4 недели</a:t>
            </a:r>
          </a:p>
          <a:p>
            <a:r>
              <a:t>Отчёт для HR-директора собираем вручную из пяти источников</a:t>
            </a:r>
          </a:p>
        </p:txBody>
      </p:sp>
    </p:spTree>
  </p:cSld>
</p:sld>
</file>